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Utility Meter Reading System Using IoT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Water, Gas, and Electricity Consumption Monitoring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utility consumption tracking through intelligent IoT-enabled smart meters and centralized cloud-based monitoring.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89087-626B-2867-DE14-5037A165A102}"/>
              </a:ext>
            </a:extLst>
          </p:cNvPr>
          <p:cNvSpPr txBox="1"/>
          <p:nvPr/>
        </p:nvSpPr>
        <p:spPr>
          <a:xfrm>
            <a:off x="0" y="6211669"/>
            <a:ext cx="3116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SONNAPU KARTHIKEYA KUMAR</a:t>
            </a:r>
            <a:br>
              <a:rPr lang="en-IN" dirty="0"/>
            </a:br>
            <a:r>
              <a:rPr lang="en-IN" dirty="0"/>
              <a:t>323129520125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2089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077516"/>
            <a:ext cx="6296860" cy="9295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9573" y="1229420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&amp; Labor-Intensive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89573" y="1493044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Time-consuming manual meter reading process with heavy labor-intensive operational requirements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100461"/>
            <a:ext cx="6296860" cy="7485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73" y="2252365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 Error &amp; Inaccuracy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89573" y="2515989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Human errors in recording readings lead to inaccurate billing due to manual data entry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42332"/>
            <a:ext cx="6296860" cy="9295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9573" y="3094236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&amp; Uninformed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889573" y="3357860"/>
            <a:ext cx="5916861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Delayed consumption reporting, lack of real-time information, and no automated monitoring capability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61475" y="4043363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3x</a:t>
            </a:r>
            <a:endParaRPr lang="en-US" sz="3450" dirty="0"/>
          </a:p>
        </p:txBody>
      </p:sp>
      <p:sp>
        <p:nvSpPr>
          <p:cNvPr id="14" name="Text 8"/>
          <p:cNvSpPr/>
          <p:nvPr/>
        </p:nvSpPr>
        <p:spPr>
          <a:xfrm>
            <a:off x="661475" y="4618335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More Time Spent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4881959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Compared to automated systems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661475" y="5316240"/>
            <a:ext cx="6296860" cy="438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~5%</a:t>
            </a:r>
            <a:endParaRPr lang="en-US" sz="3450" dirty="0"/>
          </a:p>
        </p:txBody>
      </p:sp>
      <p:sp>
        <p:nvSpPr>
          <p:cNvPr id="17" name="Text 11"/>
          <p:cNvSpPr/>
          <p:nvPr/>
        </p:nvSpPr>
        <p:spPr>
          <a:xfrm>
            <a:off x="661475" y="589121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1475" y="6154837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Typical manual reading inaccuracy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85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17241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9570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Utility Monitoring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965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IoT technology automatically collects water, gas, and electricity consumption data without manual intervention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17241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Cloud-Based Infrastructure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reliable cloud connectivity enables automatic transmission of meter readings to a central server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17241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9570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Secure Monitoring Platform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04382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Centralized, user-friendly interface provides real-time access to utility consumption information for all stakeholders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15902"/>
            <a:ext cx="6928470" cy="39261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5421" y="1420416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045199" y="1450330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78725" y="1475184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 meter reading processes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78725" y="2108002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 manual effort and reduce human errors across water, gas, and electricity meters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85421" y="3082528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8045199" y="3112443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478725" y="3137297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Improve billing accuracy &amp; transparency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78725" y="3770114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consumption data and historical trend tracking for precise billing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85421" y="4744641"/>
            <a:ext cx="358766" cy="35877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8045199" y="4774555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478725" y="4799409"/>
            <a:ext cx="30577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Detect anomalies &amp; conserve resources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478725" y="5432227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Alert stakeholders to abnormal usage and improve overall resource management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9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9063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83383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Water Meter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328664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water consumption in real-time with high precision sensors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234" y="1389063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1983383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Gas Meter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6234" y="2328664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gas consumption in real-time, ensuring safe and accurate readings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14179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708499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Electricity Meter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053780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Measures and records electricity consumption in real-time across residential and commercial loads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6234" y="3114179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6234" y="3708499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86234" y="4053780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Transmit meter data wirelessly to the central server via secure communication protocols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39295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433616"/>
            <a:ext cx="53438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61475" y="5778897"/>
            <a:ext cx="53438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centralized data storage, processing, and access with scalability and reliability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234" y="4839295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86234" y="5433616"/>
            <a:ext cx="5343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 Monitoring Platform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186234" y="5778897"/>
            <a:ext cx="534398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Collects, processes, and displays utility information for consumers and providers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Meter Sensing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711011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record consumption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886006"/>
            <a:ext cx="1642940" cy="29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Capture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263860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Water, gas, electricity readings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Transmission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711011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Wireless modules send readings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3121348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Ingress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forwarded to central server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Processing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Store and analyze incoming data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continuous, fully automated pipeline — from physical meter sensing through wireless IoT transmission to cloud processing and real-time dashboard delivery — requiring zero manual intervention at any stage.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69131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 Dashboard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233360" y="1956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53868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💧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86848" y="2487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2988072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5386848" y="3141563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86848" y="3518892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33360" y="4019748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386848" y="417324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Electricity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86848" y="455056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consumption display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75460" y="1956395"/>
            <a:ext cx="2961110" cy="1129605"/>
          </a:xfrm>
          <a:prstGeom prst="roundRect">
            <a:avLst>
              <a:gd name="adj" fmla="val 2039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8728948" y="2109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Analytics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728948" y="2487216"/>
            <a:ext cx="2654134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Historical trends and consumption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75460" y="3210719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8728948" y="3364210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Alerts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28948" y="3741539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Abnormal usage notifications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5460" y="4242395"/>
            <a:ext cx="2961110" cy="906959"/>
          </a:xfrm>
          <a:prstGeom prst="roundRect">
            <a:avLst>
              <a:gd name="adj" fmla="val 2540"/>
            </a:avLst>
          </a:prstGeom>
          <a:solidFill>
            <a:srgbClr val="F9F7F7"/>
          </a:solidFill>
          <a:ln/>
        </p:spPr>
      </p:sp>
      <p:sp>
        <p:nvSpPr>
          <p:cNvPr id="20" name="Text 17"/>
          <p:cNvSpPr/>
          <p:nvPr/>
        </p:nvSpPr>
        <p:spPr>
          <a:xfrm>
            <a:off x="8728948" y="4395887"/>
            <a:ext cx="265413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🩺</a:t>
            </a: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Health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728948" y="4773216"/>
            <a:ext cx="265413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Meter status and system indicators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233360" y="5429945"/>
            <a:ext cx="6296860" cy="758825"/>
          </a:xfrm>
          <a:prstGeom prst="roundRect">
            <a:avLst>
              <a:gd name="adj" fmla="val 3036"/>
            </a:avLst>
          </a:prstGeom>
          <a:solidFill>
            <a:srgbClr val="F3E3D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48" y="5611019"/>
            <a:ext cx="191884" cy="15349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732220" y="5592961"/>
            <a:ext cx="564451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consumers and utility providers to monitor consumption efficiently, identify patterns, and make informed decisions about resource usage.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and Abnormal Usage Monitoring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Accurate Billing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28018"/>
            <a:ext cx="5319083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Automatic collection of meter readings eliminates manual processes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More accurate consumption data for precise billing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dependence on manual meter reading and human intervention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Estimated billing information based on real-time consumption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149424" y="885924"/>
            <a:ext cx="5455208" cy="761603"/>
          </a:xfrm>
          <a:prstGeom prst="roundRect">
            <a:avLst>
              <a:gd name="adj" fmla="val 1861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6243878" y="933152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43878" y="1128018"/>
            <a:ext cx="5266300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Identification of abnormal usage patterns and anomalies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for unusual consumption spikes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Faster access to consumption information for all stakeholders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0609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102346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096492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Billing Accuracy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580779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accuracy and transparency through real-time data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569494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3563640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Costs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275723" y="4047927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manual effort, operational costs, and human errors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036641"/>
            <a:ext cx="283461" cy="2834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75723" y="5030788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Resource Conservation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275723" y="551507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Better management, faster reporting, and scalable secure infrastructure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32776" y="15885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096492"/>
            <a:ext cx="2507394" cy="14861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17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Residential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217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Buildings and apartment complexes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096492"/>
            <a:ext cx="2507394" cy="14861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18183" y="2285504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Commercial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9218183" y="2788841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Complexes and office spaces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3771702"/>
            <a:ext cx="2507394" cy="148619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217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Industrial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5217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Facilities and manufacturing plants</a:t>
            </a:r>
            <a:endParaRPr lang="en-US" sz="14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3771702"/>
            <a:ext cx="2507394" cy="148619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18183" y="396071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🌆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Smart Cities</a:t>
            </a:r>
            <a:endParaRPr lang="en-US" sz="1850" dirty="0"/>
          </a:p>
        </p:txBody>
      </p:sp>
      <p:sp>
        <p:nvSpPr>
          <p:cNvPr id="25" name="Text 16"/>
          <p:cNvSpPr/>
          <p:nvPr/>
        </p:nvSpPr>
        <p:spPr>
          <a:xfrm>
            <a:off x="9218183" y="4464050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Urban infrastructure and utility networks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9967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245394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3360" y="1452066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556544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Replaces Manual Reading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1820168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IoT-based monitoring eliminates time-consuming manual utility meter reading entirely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33360" y="2194223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233360" y="2400895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50537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Continuous Data Collection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33360" y="2768997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Smart meters continuously collect water, gas, and electricity consumption data via IoT and cloud connectivity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33360" y="3324126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3530798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3635276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Intelligence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33360" y="3898900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Dashboards deliver real-time usage, historical trends, estimated billing, abnormal usage alerts, and meter status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3360" y="4454029"/>
            <a:ext cx="265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4660702"/>
            <a:ext cx="6296860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4765179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Smarter Utility Services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33360" y="5028803"/>
            <a:ext cx="6296860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billing accuracy, reduced manual effort, enhanced resource management, and efficient smart utility services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32686" y="5700713"/>
            <a:ext cx="6097534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IoT technology is essential for creating intelligent, efficient, and sustainable utility monitoring systems that benefit consumers, utility providers, and the environment.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33360" y="5595640"/>
            <a:ext cx="19050" cy="572294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670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Twemoji Mozilla</vt:lpstr>
      <vt:lpstr>Source Serif 4</vt:lpstr>
      <vt:lpstr>Platypi Medium</vt:lpstr>
      <vt:lpstr>Arial</vt:lpstr>
      <vt:lpstr>Platypi Light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2026-08-20T04:45:08Z</dcterms:created>
  <dcterms:modified xsi:type="dcterms:W3CDTF">2026-10-02T17:32:56Z</dcterms:modified>
</cp:coreProperties>
</file>